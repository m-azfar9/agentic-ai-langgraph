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4400">
                <a:solidFill>
                  <a:srgbClr val="00BABD"/>
                </a:solidFill>
              </a:defRPr>
            </a:pPr>
            <a:r>
              <a:t>Agentic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i="1" sz="2400">
                <a:solidFill>
                  <a:srgbClr val="000000"/>
                </a:solidFill>
              </a:defRPr>
            </a:pPr>
            <a:r>
              <a:t>Revolutionizing AI with Autonomous Agents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BABD"/>
                </a:solidFill>
              </a:defRPr>
            </a:pPr>
            <a:r>
              <a:t>What is Agentic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</a:p>
          <a:p>
            <a:r>
              <a:t>    • Agentic AI refers to AI systems that operate as autonomous agents.</a:t>
            </a:r>
          </a:p>
          <a:p>
            <a:r>
              <a:t>    • These agents can perceive, reason, and act to achieve specific goals.</a:t>
            </a:r>
          </a:p>
          <a:p>
            <a:r>
              <a:t>    • Unlike traditional AI, agentic AI can make decisions and take actions independently.</a:t>
            </a:r>
          </a:p>
          <a:p>
            <a:r>
              <a:t>    • Examples: Chatbots, virtual assistants, and autonomous robots.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BABD"/>
                </a:solidFill>
              </a:defRPr>
            </a:pPr>
            <a:r>
              <a:t>Key Features of Agentic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</a:p>
          <a:p>
            <a:r>
              <a:t>    • Autonomy: Operates without human intervention.</a:t>
            </a:r>
          </a:p>
          <a:p>
            <a:r>
              <a:t>    • Reasoning: Uses logic and knowledge to solve problems.</a:t>
            </a:r>
          </a:p>
          <a:p>
            <a:r>
              <a:t>    • Adaptability: Learns and adapts to new situations.</a:t>
            </a:r>
          </a:p>
          <a:p>
            <a:r>
              <a:t>    • Interaction: Communicates with users and other agents.</a:t>
            </a:r>
          </a:p>
          <a:p>
            <a:r>
              <a:t>    • Goal-Oriented: Works towards achieving specific objectives.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BABD"/>
                </a:solidFill>
              </a:defRPr>
            </a:pPr>
            <a:r>
              <a:t>Applications of Agentic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</a:p>
          <a:p>
            <a:r>
              <a:t>    • Customer Service: AI chatbots for 24/7 support.</a:t>
            </a:r>
          </a:p>
          <a:p>
            <a:r>
              <a:t>    • Healthcare: Virtual assistants for diagnostics and treatment.</a:t>
            </a:r>
          </a:p>
          <a:p>
            <a:r>
              <a:t>    • Finance: Automated trading and fraud detection.</a:t>
            </a:r>
          </a:p>
          <a:p>
            <a:r>
              <a:t>    • Education: Personalized tutoring and learning companions.</a:t>
            </a:r>
          </a:p>
          <a:p>
            <a:r>
              <a:t>    • Smart Homes: Autonomous control of home devices.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BABD"/>
                </a:solidFill>
              </a:defRPr>
            </a:pPr>
            <a:r>
              <a:t>Future of Agentic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</a:p>
          <a:p>
            <a:r>
              <a:t>    • General AI: Agents with human-like reasoning and problem-solving abilities.</a:t>
            </a:r>
          </a:p>
          <a:p>
            <a:r>
              <a:t>    • Multi-Agent Systems: Collaborative agents working together.</a:t>
            </a:r>
          </a:p>
          <a:p>
            <a:r>
              <a:t>    • Ethical AI: Ensuring fairness, transparency, and accountability.</a:t>
            </a:r>
          </a:p>
          <a:p>
            <a:r>
              <a:t>    • Human-AI Collaboration: Agents assisting humans in complex tasks.</a:t>
            </a:r>
          </a:p>
          <a:p>
            <a:r>
              <a:t>    • Ubiquitous AI: Agents integrated into everyday life.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BABD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</a:p>
          <a:p>
            <a:r>
              <a:t>    • Agentic AI is transforming industries and daily life.</a:t>
            </a:r>
          </a:p>
          <a:p>
            <a:r>
              <a:t>    • It enables autonomous, intelligent, and adaptive systems.</a:t>
            </a:r>
          </a:p>
          <a:p>
            <a:r>
              <a:t>    • The future holds immense potential for innovation and collaboration.</a:t>
            </a:r>
          </a:p>
          <a:p>
            <a:r>
              <a:t>    • Ethical considerations are crucial for responsible development.</a:t>
            </a:r>
          </a:p>
          <a:p>
            <a:r>
              <a:t>    • Stay tuned for the next wave of AI evolution!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